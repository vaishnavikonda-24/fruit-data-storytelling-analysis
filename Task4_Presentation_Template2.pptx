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Task 4: Data Storytelling &amp; Statistical Validation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Fruit Classification Analysis</a:t>
            </a:r>
          </a:p>
          <a:p>
            <a:r>
              <a:t>Prepared by: Konda Vaishnavi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dataset, KPI Analysis, Dashboard Development, Statistical Validation, Business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Weight, Colour, Label, Fruit_Size, Label_Code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Fruits, Apple Count, Banana Count, Average Weight, Max Weight, Min Weight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234FC9-A81E-4596-0AF1-41B9C7F28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048" y="2949676"/>
            <a:ext cx="3739903" cy="35494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Pie Chart, Histogram, Bar Chart, Fruit Size Chart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E127B9-C6B4-5B03-A122-07EC4DD9C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107" y="2684205"/>
            <a:ext cx="5065786" cy="34517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Storytelling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 Statement, Findings, Insights, Recommendations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CBF485-8CC3-68E7-B619-E7E196C8A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383" y="2841523"/>
            <a:ext cx="5221234" cy="33626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H0 and H1 with T-Test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7D84D4-004A-16B7-EFA3-97457E4C9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547" y="2605547"/>
            <a:ext cx="4882906" cy="34412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 and business recommendations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102</Words>
  <Application>Microsoft Office PowerPoint</Application>
  <PresentationFormat>On-screen Show (4:3)</PresentationFormat>
  <Paragraphs>17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Task 4: Data Storytelling &amp; Statistical Validation</vt:lpstr>
      <vt:lpstr>Project Overview</vt:lpstr>
      <vt:lpstr>Dataset Overview</vt:lpstr>
      <vt:lpstr>KPI Analysis</vt:lpstr>
      <vt:lpstr>Visualizations</vt:lpstr>
      <vt:lpstr>Data Storytelling</vt:lpstr>
      <vt:lpstr>Hypothesis Testing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Vaishnavi K</cp:lastModifiedBy>
  <cp:revision>2</cp:revision>
  <dcterms:created xsi:type="dcterms:W3CDTF">2013-01-27T09:14:16Z</dcterms:created>
  <dcterms:modified xsi:type="dcterms:W3CDTF">2026-06-22T15:09:36Z</dcterms:modified>
  <cp:category/>
</cp:coreProperties>
</file>